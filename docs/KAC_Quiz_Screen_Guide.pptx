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KAC Quiz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화면별 스크린샷 가이드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총 13개 화면  |  OX · 4지선다 · 이미지 퀴즈 유형 포함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2026.03.24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참가자 입장 화면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참가자가 PIN 코드를 입력하여 퀴즈에 참가하는 메인 화면입니다.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QR코드 스캔 또는 4자리 PIN 입력으로 참가할 수 있습니다.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1B2838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0" descr="C:\Users\nar38\클로드 코드\kac-quiz\kac-quiz\docs\screenshots\01_participant_jo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463040"/>
            <a:ext cx="7955280" cy="3383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0" y="4846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/ 운영자 로그인 선택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관리자(퀴즈 생성·관리)와 운영자(퀴즈 실행·진행) 역할을 선택하는 화면입니다.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1B2838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0" descr="C:\Users\nar38\클로드 코드\kac-quiz\kac-quiz\docs\screenshots\02_login_sele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463040"/>
            <a:ext cx="7955280" cy="3383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0" y="4846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— 퀴즈 세트 목록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생성된 퀴즈 세트를 관리하는 관리자 대시보드입니다.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퀴즈 편집, 복제, 삭제 및 새 퀴즈 세트 생성이 가능합니다.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1B2838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0" descr="C:\Users\nar38\클로드 코드\kac-quiz\kac-quiz\docs\screenshots\03_admin_quiz_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463040"/>
            <a:ext cx="7955280" cy="3383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0" y="4846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— 퀴즈 편집기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문항 유형(OX/4지선다/이미지), 질문 텍스트, 정답, 제한시간을 설정합니다.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참가자 화면 배경/텍스트 색상 커스터마이징도 가능합니다.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1B2838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0" descr="C:\Users\nar38\클로드 코드\kac-quiz\kac-quiz\docs\screenshots\04_admin_edi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463040"/>
            <a:ext cx="7955280" cy="3383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0" y="4846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운영자 — 퀴즈 선택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진행할 퀴즈를 선택하면 새로운 세션이 자동 생성됩니다.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생성된 세션에는 고유 PIN 코드가 부여됩니다.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1B2838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0" descr="C:\Users\nar38\클로드 코드\kac-quiz\kac-quiz\docs\screenshots\05_host_sele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463040"/>
            <a:ext cx="7955280" cy="3383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0" y="4846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운영자 — 로비 (대기 화면)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QR코드와 PIN 코드가 표시되며, 참가자 입장을 실시간으로 확인합니다.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참가자가 입장하면 '퀴즈 시작' 버튼을 클릭합니다.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1B2838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0" descr="C:\Users\nar38\클로드 코드\kac-quiz\kac-quiz\docs\screenshots\06_host_lobb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463040"/>
            <a:ext cx="7955280" cy="3383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0" y="4846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퀴즈 진행 — OX 문제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O/X 유형의 문제입니다. 타이머가 카운트다운되며,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응답률과 참가자 수가 표시됩니다.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1B2838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0" descr="C:\Users\nar38\클로드 코드\kac-quiz\kac-quiz\docs\screenshots\07_ox_quiz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463040"/>
            <a:ext cx="7955280" cy="3383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0" y="4846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 공개 — OX 문제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정답이 체크마크로 표시되고, 각 선택지별 응답 수와 비율이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 차트로 나타납니다. 정답률도 함께 표시됩니다.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1B2838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0" descr="C:\Users\nar38\클로드 코드\kac-quiz\kac-quiz\docs\screenshots\08_ox_reve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463040"/>
            <a:ext cx="7955280" cy="3383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0" y="4846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순위 화면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문항 종료 후 참가자 순위가 표시됩니다.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점수 변동과 순위 변화를 실시간으로 확인할 수 있습니다.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1B2838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0" descr="C:\Users\nar38\클로드 코드\kac-quiz\kac-quiz\docs\screenshots\09_rank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463040"/>
            <a:ext cx="7955280" cy="3383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0" y="4846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퀴즈 진행 — 4지선다 문제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A/B/C/D 4개 선택지가 컬러 코드로 구분됩니다.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타이머와 실시간 응답률이 함께 표시됩니다.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1B2838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0" descr="C:\Users\nar38\클로드 코드\kac-quiz\kac-quiz\docs\screenshots\10_multiple_choi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463040"/>
            <a:ext cx="7955280" cy="3383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0" y="4846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퀴즈 진행 — 이미지 문제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기반 선택 문제입니다. 2x2 그리드로 이미지 옵션이 배치되며,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이미지가 배경에 반투명 오버레이로 표시됩니다.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1B2838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0" descr="C:\Users\nar38\클로드 코드\kac-quiz\kac-quiz\docs\screenshots\11_image_quiz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463040"/>
            <a:ext cx="7955280" cy="3383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0" y="4846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결과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문항이 끝난 후 최종 순위가 표시됩니다.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순위, 이름, 반, 점수가 테이블 형태로 정리됩니다.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1B2838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0" descr="C:\Users\nar38\클로드 코드\kac-quiz\kac-quiz\docs\screenshots\12_final_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463040"/>
            <a:ext cx="7955280" cy="3383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0" y="4846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참가자 모바일 화면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기기에서의 참가자 입장 화면입니다.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반응형 디자인으로 모바일에서도 최적화된 UI를 제공합니다.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3657600" cy="3566160"/>
          </a:xfrm>
          <a:prstGeom prst="roundRect">
            <a:avLst>
              <a:gd name="adj" fmla="val 2564"/>
            </a:avLst>
          </a:prstGeom>
          <a:solidFill>
            <a:srgbClr val="1B2838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0" descr="C:\Users\nar38\클로드 코드\kac-quiz\kac-quiz\docs\screenshots\13_mobile_participa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80360" y="1463040"/>
            <a:ext cx="3383280" cy="3383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0" y="4846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KAC Quiz — 화면별 가이드</dc:title>
  <dc:subject>PptxGenJS Presentation</dc:subject>
  <dc:creator>KAC Quiz System</dc:creator>
  <cp:lastModifiedBy>KAC Quiz System</cp:lastModifiedBy>
  <cp:revision>1</cp:revision>
  <dcterms:created xsi:type="dcterms:W3CDTF">2026-03-24T02:15:32Z</dcterms:created>
  <dcterms:modified xsi:type="dcterms:W3CDTF">2026-03-24T02:15:32Z</dcterms:modified>
</cp:coreProperties>
</file>